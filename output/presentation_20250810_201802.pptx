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 i="1">
                <a:solidFill>
                  <a:srgbClr val="595959"/>
                </a:solidFill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4400" b="1">
                <a:solidFill>
                  <a:srgbClr val="000000"/>
                </a:solidFill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