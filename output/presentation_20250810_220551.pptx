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This presentation focuses on the mechanisms, mediators, and morphologic patterns of acute inflammation, as well as the outcomes and progression to chronic inflammation. It highlights the roles of various inflammatory mediators, the morphologic patterns of inflammation, and the potential outcomes of acute inflammatory responses.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 patterns of acute inflammation, as well as the outcomes and progression to chronic inflammation. It highlights the roles of various inflammatory mediators, the morphologic patterns of inflammation, and the potential outcomes of acute inflammatory responses.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a:t>
            </a:r>
          </a:p>
          <a:p>
            <a:pPr>
              <a:defRPr sz="1600">
                <a:solidFill>
                  <a:srgbClr val="000000"/>
                </a:solidFill>
              </a:defRPr>
            </a:pPr>
            <a:r>
              <a:t>The redundancy of the mediators and their actions ensures that this protective response remains robust and is not readily subverted. Observed anti-inflammatory effects of antagonists to these molecules, thus highlighting the importance of basic biology to the practice of medicine.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and pleura.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 patterns of acute inflammation, as well as the outcomes and progression to chronic inflammation. It highlights the roles of various inflammatory mediators, the morphologic patterns of inflammation, and the potential outcomes of acute inflammatory responses.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All content extracted from the provided PDF analysis on Inflammation and Repair.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