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Inflammation and repair are critical processes in the body that respond to injury and infection. The PDF discusses various aspects of inflammation and tissue repair, including the acute-phase response, systemic manifestations, and the processes of tissue repair through regeneration and scar formation. It also covers the mechanisms of cell proliferation, the role of growth factors, and the importance of the extracellular matrix in tissue repair. Additionally, it addresses liver regeneration, steps in scar formation, angiogenesis, and factors that interfere with tissue repair.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acute-phase response consists of the production of plasma proteins, called acute-phase proteins. They are mostly synthesized in the liver and their levels in the blood may increase up to several hundred-fold as part of the response to inflammatory stimuli. Three of the best known of these proteins are C-reactive protein (CRP), fibrinogen, and serum amyloid A (SAA) protein. Synthesis of these molecules in hepatocytes is stimulated by cytokines. Acute-phase proteins such as CRP and SAA bind to microbial cell walls and may have roles in host defense by acting as opsonins and by fixing complement. Fibrinogen neutralizes the negative surface charge of red cells, causing them to form stacks of cells (called rouleaux) that sediment more rapidly at unit gravity than do single red cells. This is the basis for measuring the erythrocyte sedimentation rate as a simple test for detecting inflammation. Acute-phase proteins have beneficial effects during acute inflammation, but prolonged production of these proteins (especially SAA) in states of chronic inflammation can cause amyloidosis (Chapter 5). Elevated serum levels of CRP have been proposed as a marker for increased risk of myocardial infarction in patients with coronary artery disease (Chapter 9). Inflammation is also associated with increased production of the iron-regulating peptide hepcidin, which reduces the availability of iron and is responsible for the anemia associated with chronic inflammation (Chapter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Other manifestations of the systemic response include increased heart rate and blood pressure; decreased sweating, mainly because of redirection of blood flow from cutaneous to deep vascular beds, to minimize heat loss through the skin; and rigors (shivering), chills, anorexia, somnolence, and malaise, probably because of the actions of cytokines on brain cells. In severe bacterial infections (sepsis), the abundance of bacteria and their products in the blood stimulate the production of enormous quantities of several cytokines, notably TNF, IL-1, and IL-6. High blood levels of cytokines cause widespread abnormalities such as disseminated intravascular coagulation, hypotension, and metabolic disturbances (such as insulin resistance and hyperglycemia). This clinical triad is known as septic shock (Chapter 3). A syndrome similar to septic shock may occur as a complication of noninfectious disorders, such as severe burns, trauma, and pancreatitis. This is called the systemic inflammatory response syndrome (SIRS).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 2.21 Steps in healing of a wound in the skin. (A) Hemostatic clot and inﬂammation. (B) Proliferation of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Repair, sometimes called healing, refers to the restoration of tissue architecture and function after an injury. The inflammatory response to microbes and injured tissues not only serves to eliminate these dangers but also sets into motion the process of repair. Repair of damaged tissues occurs by two types of reactions, regeneration and scar formation (Fig. 2.20).</a:t>
            </a:r>
          </a:p>
          <a:p>
            <a:pPr>
              <a:defRPr sz="1600">
                <a:solidFill>
                  <a:srgbClr val="000000"/>
                </a:solidFill>
              </a:defRPr>
            </a:pPr>
            <a:r>
              <a:t>The ability of tissues to repair themselves is determined, in part, by their intrinsic proliferative capacity. In some tissues, cells are constantly being lost and must be continually replaced by new cells that are derived from tissue stem cells and from the remaining mature tissue cells. These types of tissues include hematopoietic cells in the bone marrow and many surface epithelia, such as the basal layers of the squamous epithelia of the skin and the columnar epithelium of the gastrointestinal tract. These tissues can readily regenerate after injury as long as the pool of stem cells is preserved.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Cell proliferation is driven by signals provided by growth factors and from the extracellular matrix. Many different growth factors have been described, some of which act on multiple cell types and others that are cell selective (Table 2.10). Growth factors are typically produced by cells near the site of damage. The most important sources of these growth factors are macrophages that are activated by the tissue injury, but epithelial and stromal cells also produce some of these factors. Several growth factors bind to extracellular matrix (ECM) proteins and are displayed at the site of tissue injury at high concentrations. All growth factors activate signaling pathways that stimulate cell division. In addition to responding to growth factors, cells use integrins to bind to ECM proteins; signals from integrins can also stimulate cell proliferation.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 2.22). In response to cytokines and growth factors, ﬁbroblasts</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FIG. 2.23 The extracellular matrix (ECM). Main components of the ECM include collagens, proteoglycans,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 2.24 Healing wound. (A) Granulation tissue showing numerous blood vessels, edema, and a loose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 2.25 Chronic wounds illustrating defects in wound healing. (AeD) External appearance of skin ulcers.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 2.26 Keloid. Keloids may appear erythematous in light skin tones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