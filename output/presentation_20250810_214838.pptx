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morphologic patterns, and outcomes of inflammation, focusing on acute and chronic inflammation and their mediators.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provides an overview of the inflammatory process, detailing the roles of various mediators and the morphologic patterns observed in different types of inflammation. It emphasizes the importance of understanding these processes for clinical practice.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cause vasodilation and increased vascular permeability. Arachidonic acid metabolites are involved in vascular reactions and leukocyte chemotaxis. Cytokines mediate effects mainly in leukocyte recruitment and migration. Complement proteins activation leads to leukocyte chemotaxis and opsonization. Kinins mediate vascular reaction and pain. Redundancy of mediators ensures robust protective response. Antagonists to these molecules highlight importance to medical practice.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1 from page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cell-poor fluid exudation. Fibrinous inflammation is characterized by fibrin deposition. Purulent inflammation involves the production of pus consisting of neutrophils and necrotic debris. These patterns are critical for diagnosing and understanding the underlying processes of inflammation.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outcomes of acute inflammation can vary, ranging from complete resolution to progression to chronic inflammation. Understanding these outcomes is essential for predicting the clinical course and potential complications of inflammatory diseases.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are responsible for vasodilation and increased vascular permeability. Arachidonic acid metabolites play a role in vascular reactions and leukocyte chemotaxis. Cytokines are crucial in mediating effects in leukocyte recruitment and migration. These concepts are fundamental to understanding the inflammatory response.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1.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2 from page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Understand the actions of principal mediators of inflammation. Identify morphologic patterns of acute inflammation. Recognize outcomes of acute inflammation. These objectives guide the learning process and ensure a comprehensive understanding of the topic.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content is based on the chapter 'Inflammation and Repair' from the specified PDF document. Figures referenced include Fig. 3.12 showing serous inflammation and Fig. 3.13 depicting fibrinous pericarditis.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1 from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1.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2 from page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2.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3 from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3.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4 from page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1 from page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1.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2 from page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1 from page 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1.png"/>
          <p:cNvPicPr>
            <a:picLocks noChangeAspect="1"/>
          </p:cNvPicPr>
          <p:nvPr/>
        </p:nvPicPr>
        <p:blipFill>
          <a:blip r:embed="rId2"/>
          <a:stretch>
            <a:fillRect/>
          </a:stretch>
        </p:blipFill>
        <p:spPr>
          <a:xfrm>
            <a:off x="5486400" y="1828800"/>
            <a:ext cx="2743200" cy="3657600"/>
          </a:xfrm>
          <a:prstGeom prst="rect">
            <a:avLst/>
          </a:prstGeom>
        </p:spPr>
      </p:pic>
      <p:sp>
        <p:nvSpPr>
          <p:cNvPr id="5" name="TextBox 4"/>
          <p:cNvSpPr txBox="1"/>
          <p:nvPr/>
        </p:nvSpPr>
        <p:spPr>
          <a:xfrm>
            <a:off x="5486400" y="5943600"/>
            <a:ext cx="2743200" cy="914400"/>
          </a:xfrm>
          <a:prstGeom prst="rect">
            <a:avLst/>
          </a:prstGeom>
          <a:noFill/>
        </p:spPr>
        <p:txBody>
          <a:bodyPr wrap="none">
            <a:spAutoFit/>
          </a:bodyPr>
          <a:lstStyle/>
          <a:p>
            <a:pPr algn="ctr">
              <a:defRPr sz="1000" i="1">
                <a:solidFill>
                  <a:srgbClr val="595959"/>
                </a:solidFill>
              </a:defRPr>
            </a:pPr>
            <a:r>
              <a:t>Image 2 from page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