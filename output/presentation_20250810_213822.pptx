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i="1">
                <a:solidFill>
                  <a:srgbClr val="595959"/>
                </a:solidFill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Exploration of the intricate processes involved in inflammation and tissue repair.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Focus on cellular and molecular mediators that drive inflammatory responses.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Understanding the clinical implications of inflammation in disease pathology.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Inflammation is a complex biological response to harmful stimuli, such as pathogens, damaged cells, or irritants.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It serves as a protective mechanism to eliminate the initial cause of cell injury, clear out necrotic cells and tissues, and establish repair.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Key components include vascular changes, leukocyte recruitment, and the release of chemical mediators.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Endothelial cells play a critical role in regulating leukocyte extravasation through the expression of adhesion molecules.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Neutrophils are the first responders in acute inflammation, utilizing chemotaxis to migrate towards injury sites.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Macrophages are pivotal in chronic inflammation, involved in phagocytosis and cytokine production.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Histamine, released from mast cells, causes vasodilation and increased vascular permeability by binding to H1 receptors.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Arachidonic acid metabolites, such as prostaglandins and leukotrienes, are synthesized via cyclooxygenase and lipoxygenase pathways, influencing vascular tone and leukocyte chemotaxis.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Cytokines like TNF and IL-1 are key in leukocyte recruitment and systemic inflammatory responses.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Acute inflammation is characterized by redness, heat, swelling, pain, and loss of function due to increased blood flow and fluid accumulation.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Chronic inflammation often presents with persistent pain, fatigue, and tissue destruction, leading to fibrosis.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Diagnostic markers include elevated C-reactive protein (CRP) and erythrocyte sedimentation rate (ESR).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Resolution occurs when the injurious agent is eliminated, and tissue architecture is restored to normal.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Scarring or fibrosis results from excessive collagen deposition during the healing process, often following substantial tissue damage.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Chronic inflammation may ensue if the acute response fails to eliminate the offending agent, leading to ongoing tissue damage and repair.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Nonsteroidal anti-inflammatory drugs (NSAIDs) inhibit cyclooxygenase enzymes, reducing prostaglandin synthesis and alleviating pain and swelling.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Corticosteroids suppress multiple inflammatory pathways, including cytokine production, providing potent anti-inflammatory effects.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Biologic agents, such as TNF inhibitors, target specific cytokines involved in chronic inflammatory diseases like rheumatoid arthritis.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Inflammation is a vital response to injury but can lead to chronic diseases if dysregulated.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Understanding the roles of cellular and molecular mediators is crucial for developing targeted therapies.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Effective management of inflammation involves balancing the resolution of acute responses and preventing chronic progression.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Robbins and Cotran Pathologic Basis of Disease, 10th Edition.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Abbas, A.K., Lichtman, A.H., &amp; Pillai, S. (2020). Cellular and Molecular Immunology, 9th Edition.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Kumar, V., Abbas, A.K., &amp; Aster, J.C. (2021). Robbins Basic Pathology, 10th Edition.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