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as well as the outcomes of acute inflammation and the characteristics of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 observed anti-inflammatory effects of antagonists to these molecules, thus highlighting the importance of basic biology to the practice of medicine. The redundancy of the mediators and their actions ensures that this protective response remains robust and is not readily subverted.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 Although these general features are characteristic of most acute inflammatory reactions, special morphologic patterns are often superimposed on them, depending on the severity of the reaction, its specific cause, and the particular tissue and site involved. The importance of recognizing distinct gross and microscopic patterns of inflammation is that they often provide valuable clues about the underlying cause.</a:t>
            </a:r>
          </a:p>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 (Fig. 3.12).</a:t>
            </a:r>
          </a:p>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(Fig. 3.13A), and pleura. Histologically, fibrin appears as an eosinophilic meshwork of threads or sometimes as an amorphous coagulum (Fig. 3.13B).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(Fig. 3.14).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Bu bölüm, akut ve kronik inflamasyona, ilgili mediatörlere ve gözlemlenen morfolojik modellere odaklanarak inflamasyonun mekanizmalarını, modellerini ve sonuçlarını tartışmaktadır. Aynı zamanda iltihabın kronik durumlara ilerlemesini ve ilgili iyileşme süreçlerini de kapsar.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Vazoaktif aminler, esas olarak histamin: vazodilatasyon ve artmış vasküler geçirgenlik. Araşidonik asit metabolitleri (prostaglandinler ve lökotrienler): çeşitli formlar mevcuttur ve vasküler reaksiyonlarda, lökosit kemotaksisinde ve diğer inflamasyon reaksiyonlarında rol oynar; lipoksinler tarafından antagonize edilir. Sitokinler: birçok hücre tipi tarafından üretilen proteinler; genellikle kısa mesafeden hareket eder; esas olarak lökosit alımı ve göçünde çoklu etkilere aracılık etmek; Akut inflamasyonda başlıcaları TNF, IL-1 ve kemokindir. Kompleman proteinleri: Kompleman sisteminin mikroplar veya antikorlar tarafından aktivasyonu, lökosit kemotaksisi, mikropların ve diğer partiküllerin opsonizasyonu ve fagositozu ve hücre öldürmesinden sorumlu olan çoklu parçalanma ürünlerinin üretilmesine yol açar. Kininler: öncüllerin proteolitik bölünmesi ile üretilir; vasküler reaksiyona aracılık eder, ağrı bu moleküllere antagonistlerin anti-enflamatuar etkilerini gözlemledi, böylece temel biyolojinin tıp pratiği için önemini vurguladı. Arabulucuların ve eylemlerinin fazlalığı, bu koruyucu tepkinin sağlam kalmasını ve kolayca bozulmamasını sağlar.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Akut enflamatuar reaksiyonların morfolojik özellikleri, küçük kan damarlarının genişlemesi ve ekstravasküler dokuda lökosit ve sıvı birikimidir. Vasküler ve hücresel reaksiyonlar, inflamatuar yanıtın belirti ve semptomlarını oluşturur. Yaralı bölgeye artan kan akışı ve artan vasküler geçirgenlik, plazma proteinleri açısından zengin ekstravasküler sıvı birikimine (ödem) yol açar ve akut inflamasyona eşlik eden kızarıklık (rubor), sıcaklık (kalori) ve şişlik (tümör) ile sonuçlanır. Suçlu ajan ve endojen mediatörler tarafından işe alınan ve aktive edilen lökositler, hücre dışı toksik metabolitleri ve proteazları serbest bırakarak doku hasarına ve fonksiyon kaybına (functio laesa) neden olabilir. Hasar sırasında ve kısmen prostaglandinlerin, nöropeptitlerin ve sitokinlerin serbest kalmasının bir sonucu olarak, lokal semptomlardan biri ağrıdır (dolor). Bu genel özellikler çoğu akut enflamatuar reaksiyonun karakteristiği olmasına rağmen, reaksiyonun ciddiyetine, spesifik nedenine ve ilgili spesifik doku ve bölgeye bağlı olarak genellikle üzerlerine özel morfolojik paternler bindirilir. Farklı brüt ve mikroskobik inflamasyon modellerini tanımanın önemi, genellikle altta yatan neden hakkında değerli ipuçları sağlamalarıdır.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Seröz inflamasyon, hücreden fakir sıvının, yüzey epitelinin yaralanmasıyla oluşan boşluklara veya periton, plevra veya perikard tarafından kaplanmış vücut boşluklarına sızması ile işaretlenir. Tipik olarak, seröz inflamasyondaki sıvı, yıkıcı organizmalar tarafından enfekte edilmez ve çok sayıda lökosit içermez (daha sonra açıklanan pürülan inflamasyon üretme eğilimindedir). Vücut boşluklarında sıvı, plazmadan (artan vasküler geçirgenliğin bir sonucu olarak) veya mezotelyal hücrelerin salgılarından (lokal tahrişin bir sonucu olarak) türetilebilir; Bu boşluklarda sıvı birikmesine efüzyon denir. (Transüdalardan oluşan efüzyonlar, kalp yetmezliğinde kan çıkışının azalması veya bazı böbrek ve karaciğer hastalıklarında plazma protein seviyelerinin azalması gibi enflamatuar olmayan durumlarda da ortaya çıkar.) Yanık veya viral enfeksiyondan kaynaklanan cilt kabarcığı, cildin hasarlı epidermisinin içinde veya hemen altında seröz sıvı birikimini temsil eder.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Vasküler sızıntılar büyük olduğunda veya lokal bir prokoagülan uyaran olduğunda fibrinöz bir eksüda gelişir. Vasküler geçirgenlikte büyük bir artışla, fibrinojen gibi daha yüksek moleküler ağırlıklı proteinler kandan geçer ve fibrin oluşur ve hücre dışı boşlukta biriktirilir. Fibrinöz bir eksüda, meninksler, perikard ve plevra gibi vücut boşluklarının astarındaki iltihaplanmanın karakteristiğidir. Histolojik olarak fibrin, eozinofilik bir iplik ağı veya bazen amorf bir pıhtı olarak görünür. Fibrinöz eksüdalar fibrinoliz ile çözülebilir ve makrofajlar tarafından temizlenebilir. Fibrin çıkarılmazsa, zamanla, fibroblastların ve kan damarlarının büyümesini uyarabilir ve böylece yara izine yol açabilir. Fibrinöz eksüdanın perikardiyal kese içindeki skar dokusuna (organizasyona) dönüştürülmesi, eksüdasyon alanında perikard ve epikardın opak fibröz kalınlaşmasına ve fibroz geniş ise perikardiyal boşluğun obliterasyonuna yol açar.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Pürülan inflamasyon, nötrofillerden oluşan bir eksüda, nekrotik hücrelerin sıvılaştırılmış kalıntıları ve ödem sıvısından oluşan bir eksüda olan irin üretimi ile karakterizedir. Pürülan (süpüratif olarak da adlandırılır) inflamasyonun en sık nedeni, stafilokoklar gibi sıvılaştırılmış doku nekrozuna neden olan bakterilerle enfeksiyondur; Bu patojenler piyojenik (irin üreten) bakteriler olarak adlandırılır. Akut süpüratif inflamasyonun yaygın bir örneği akut apandisittir. Apseler, bir dokuya, bir organa veya kapalı bir alana gömülü süpürasyonun neden olduğu lokalize irin koleksiyonlarıdır. Piyojenik bakterilerin bir dokuya tohumlanmasıyla üretilirler. Apseler, nekrotik lökositler ve doku hücrelerinden oluşan bir kitle olarak görünen merkezi bir bölgeye sahiptir. Bu nekrotik odağın etrafında genellikle korunmuş bir nötrofil bölgesi vardır ve bu bölgenin dışında vasküler dilatasyon ve parankimal ve fibroblastik proliferasyon olabilir, bu da kronik inflamasyon ve onarımı gösterir. Zamanla, apse duvarlı hale gelebilir ve sonuçta bağ dokusu ile değiştirilebilir. Kalıcı olduğunda veya kritik yerlerde (beyin gibi), apselerin cerrahi olarak boşaltılması gerekebilir.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