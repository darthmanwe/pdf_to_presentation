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defRPr sz="4400" b="1">
                <a:solidFill>
                  <a:srgbClr val="000000"/>
                </a:solidFill>
              </a:defRPr>
            </a:p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defRPr sz="2400" i="1">
                <a:solidFill>
                  <a:srgbClr val="595959"/>
                </a:solidFill>
              </a:defRPr>
            </a:p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4400" b="1">
                <a:solidFill>
                  <a:srgbClr val="000000"/>
                </a:solidFill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t>Presenter: Dr. John Doe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Department of Pathology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Date: MM/DD/YYYY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4400" b="1">
                <a:solidFill>
                  <a:srgbClr val="000000"/>
                </a:solidFill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t>Introduction to Inflammation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Mechanisms of Acute Inflammation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Chronic Inflammation and Associated Diseases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Summary and Key Takeaways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References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4400" b="1">
                <a:solidFill>
                  <a:srgbClr val="000000"/>
                </a:solidFill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t>Definition and purpose of inflammation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Differentiation between acute and chronic inflammation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Importance in disease and healing processes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4400" b="1">
                <a:solidFill>
                  <a:srgbClr val="000000"/>
                </a:solidFill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t>Roles of vasoactive amines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Functions of arachidonic acid metabolites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Impact on vascular changes and leukocyte recruitment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4400" b="1">
                <a:solidFill>
                  <a:srgbClr val="000000"/>
                </a:solidFill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t>Resolution and healing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Fibrosis and scarring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Progression to chronic inflammation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4400" b="1">
                <a:solidFill>
                  <a:srgbClr val="000000"/>
                </a:solidFill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t>Continuous tissue destruction and repair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Role of macrophages and lymphocytes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Associated diseases: rheumatoid arthritis, tuberculosis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4400" b="1">
                <a:solidFill>
                  <a:srgbClr val="000000"/>
                </a:solidFill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t>Inflammation is a critical response to injury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Acute inflammation can resolve or lead to chronic states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Understanding mediators aids in therapeutic targeting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4400" b="1">
                <a:solidFill>
                  <a:srgbClr val="000000"/>
                </a:solidFill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t>Robbins and Cotran Pathologic Basis of Disease, 10th Edition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Latest research articles on inflammation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Clinical guidelines and reviews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