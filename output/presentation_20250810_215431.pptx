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mediators, and morphologic patterns of inflammation, focusing on acute inflammation and its outcomes. It details the roles of various mediators like vasoactive amines, arachidonic acid metabolites, cytokines, complement proteins, and kinins. The text also describes morphologic patterns such as serous, fibrinous, and purulent inflammation, as well as the outcomes of acute inflammation including resolution, scarring, and progression to chronic inflammation.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mediators, and morphologic patterns of inflammation, focusing on acute inflammation and its outcomes. It details the roles of various mediators like vasoactive amines, arachidonic acid metabolites, cytokines, complement proteins, and kinins. The text also describes morphologic patterns such as serous, fibrinous, and purulent inflammation, as well as the outcomes of acute inflammation including resolution, scarring, and progression to chronic inflammation.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 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 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 (Effusions consisting of transudates also occur in noninflammatory conditions, such as reduced blood outflow in heart failure, or reduced plasma protein levels in some kidney and liver diseases.) The skin blister resulting from a burn or viral infection represents accumulation of serous fluid within or immediately beneath the damaged epidermis of the skin.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outcomes of acute inflammation include resolution, scarring, and progression to chronic inflammation. Resolution involves the complete restoration of the tissue to its normal state, which is possible when the injury is limited or short-lived and there has been little tissue destruction. Scarring occurs when there is substantial tissue destruction or when the inflammation occurs in tissues that do not regenerate. Progression to chronic inflammation may occur if the acute inflammatory response fails to eliminate the offending agent.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mediators, and morphologic patterns of inflammation, focusing on acute inflammation and its outcomes. It details the roles of various mediators like vasoactive amines, arachidonic acid metabolites, cytokines, complement proteins, and kinins. The text also describes morphologic patterns such as serous, fibrinous, and purulent inflammation, as well as the outcomes of acute inflammation including resolution, scarring, and progression to chronic inflammation.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content for this presentation was extracted from the chapter on inflammation and repair, focusing on the mechanisms, mediators, and morphologic patterns of inflammation, including acute inflammation and its outcomes.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