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Enflamasyon ve onarım, vücudun yaralanma ve enfeksiyona verdiği tepkide kritik süreçlerdir. Bu sunum, beyaz kan hücresi sayısındaki değişiklikler, akut faz yanıtı ve doku onarım mekanizmaları dahil olmak üzere inflamasyona sistemik yanıtı araştırmaktadır. Sitokinlerin inflamasyondaki rollerini, rejenerasyon ve skar oluşumu yoluyla doku onarımı sürecini ve doku onarımını etkileyen faktörleri araştırır. Ek olarak, hücre çoğalma mekanizmalarını, kök hücrelerin rolünü ve büyüme faktörlerinin doku yenilenmesi üzerindeki etkisini kapsar.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Akut faz yanıtı, akut faz proteinleri olarak adlandırılan plazma proteinlerinin üretiminden oluşur. Çoğunlukla karaciğerde sentezlenirler ve kandaki seviyeleri, enflamatuar uyaranlara verilen yanıtın bir parçası olarak birkaç yüz kata kadar artabilir. Bu proteinlerin en iyi bilinenlerinden üçü C-reaktif protein (CRP), fibrinojen ve serum amiloid A (SAA) proteinidir. Bu moleküllerin hepatositlerde sentezi sitokinler tarafından uyarılır. CRP ve SAA gibi akut faz proteinleri mikrobiyal hücre duvarlarına bağlanır ve opsoninler olarak hareket ederek ve komplemanı sabitleyerek konak savunmasında rol oynayabilir. Fibrinojen, kırmızı hücrelerin negatif yüzey yükünü nötralize ederek, birim yerçekiminde tek kırmızı hücrelerden daha hızlı çökelen hücre yığınları (rouleaux adı verilen) oluşturmalarına neden olur. Bu, iltihabı tespit etmek için basit bir test olarak eritrosit sedimantasyon hızını ölçmenin temelidir. Akut faz proteinleri akut inflamasyon sırasında faydalı etkilere sahiptir, ancak kronik inflamasyon durumlarında bu proteinlerin (özellikle SAA) uzun süreli üretimi amiloidoza neden olabilir. Yüksek serum CRP seviyeleri, koroner arter hastalığı olan hastalarda miyokard enfarktüsü riskinin artması için bir belirteç olarak önerilmiştir. Enflamasyon ayrıca, demirin mevcudiyetini azaltan ve kronik inflamasyon ile ilişkili anemiden sorumlu olan demir düzenleyici peptit hepsidin üretiminin artmasıyla da ilişkilidir.</a:t>
            </a:r>
          </a:p>
          <a:p>
            <a:pPr>
              <a:defRPr sz="1600">
                <a:solidFill>
                  <a:srgbClr val="000000"/>
                </a:solidFill>
              </a:defRPr>
            </a:pPr>
            <a:r>
              <a:t>Sistemik yanıtın diğer belirtileri arasında artmış kalp atış hızı ve kan basıncı; cilt yoluyla ısı kaybını en aza indirmek için, esas olarak kan akışının kutanözden derin vasküler yataklara yönlendirilmesi nedeniyle terlemenin azalması; ve muhtemelen sitokinlerin beyin hücreleri üzerindeki etkileri nedeniyle titreme (titreme), titreme, iştahsızlık, uyku hali ve halsizlik. Şiddetli bakteriyel enfeksiyonlarda (sepsis), kandaki bakteri ve ürünlerinin bolluğu, özellikle TNF, IL-1 ve IL-6 olmak üzere çok büyük miktarlarda çeşitli sitokin üretimini uyarır. Yüksek kan sitokin seviyeleri, yaygın damar içi pıhtılaşma, hipotansiyon ve metabolik bozukluklar (insülin direnci ve hiperglisemi gibi) gibi yaygın anormalliklere neden olur. Bu klinik üçlü septik şok olarak bilinir. Septik şoka benzer bir sendrom, ciddi yanıklar, travma ve pankreatit gibi bulaşıcı olmayan bozuklukların bir komplikasyonu olarak ortaya çıkabilir. Buna sistemik inflamatuar yanıt sendromu (SIRS) denir.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Bazen iyileşme olarak da adlandırılan onarım, bir yaralanmadan sonra doku mimarisinin ve işlevinin restorasyonunu ifade eder. Mikroplara ve yaralı dokulara karşı enflamatuar yanıt, sadece bu tehlikeleri ortadan kaldırmakla kalmaz, aynı zamanda onarım sürecini de harekete geçirir. Hasarlı dokuların onarımı, rejenerasyon ve skar oluşumu olmak üzere iki tür reaksiyonla gerçekleşir.</a:t>
            </a:r>
          </a:p>
          <a:p>
            <a:pPr>
              <a:defRPr sz="1600">
                <a:solidFill>
                  <a:srgbClr val="000000"/>
                </a:solidFill>
              </a:defRPr>
            </a:pPr>
            <a:r>
              <a:t>Rejenerasyon. Bazı dokular hasarlı bileşenleri değiştirebilir ve esasen normal bir duruma geri dönebilir; Bu işleme rejenerasyon denir. Rejenerasyon, yaralanmadan kurtulan ve o dokunun olgun hücrelerini üretme kapasitesini koruyan hücrelerin çoğalmasıyla gerçekleşir. Rejenerasyondan sorumlu hücreler olgun farklılaşmış hücreler veya daha yaygın olarak doku kök hücreleri olabilir.</a:t>
            </a:r>
          </a:p>
          <a:p>
            <a:pPr>
              <a:defRPr sz="1600">
                <a:solidFill>
                  <a:srgbClr val="000000"/>
                </a:solidFill>
              </a:defRPr>
            </a:pPr>
            <a:r>
              <a:t>Yara oluşumu. Yaralı dokular tam olarak iade edilemediğinde veya dokunun destekleyici yapıları hasar gördüğünde, yara izi olarak bilinen bir süreç olan bağ (fibröz) dokunun yerleştirilmesiyle onarım meydana gelir. Fibröz yara izi, yaralı dokunun genellikle işlev görebilmesi için yeterli yapısal stabilite sağlar. Akciğerlerde, karaciğerde, böbrekte ve diğer parankimal organlarda kronik inflamasyondan kaynaklanan yara izi oluştuğunda fibroz olarak adlandırılır.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Dokuların kendilerini onarma yeteneği, kısmen, içsel proliferatif kapasiteleri ile belirlenir. Bazı dokularda, hücreler sürekli olarak kaybolur ve sürekli olarak doku kök hücrelerinden ve kalan olgun doku hücrelerinden türetilen yeni hücrelerle değiştirilmelidir. Bu tip dokular, kemik iliğindeki hematopoietik hücreleri ve cildin skuamöz epitelinin bazal katmanları ve gastrointestinal sistemin kolumnar epiteli gibi birçok yüzey epitelini içerir. Bu dokular, kök hücre havuzu korunduğu sürece yaralanmadan sonra kolayca yenilenebilir.</a:t>
            </a:r>
          </a:p>
          <a:p>
            <a:pPr>
              <a:defRPr sz="1600">
                <a:solidFill>
                  <a:srgbClr val="000000"/>
                </a:solidFill>
              </a:defRPr>
            </a:pPr>
            <a:r>
              <a:t>Diğer dokular, normalde hücre döngüsünün G0 aşamasında olan ve dolayısıyla çoğalmayan, ancak yaralanma veya doku kütlesi kaybına yanıt olarak bölünebilen hücrelerden oluşur. Bu dokular, karaciğer, böbrek ve pankreas gibi çoğu katı organın parankimini içerir. Endotel hücreleri, fibroblastlar ve düz kas hücreleri de normalde hareketsizdir, ancak yara iyileşmesinde özellikle önemli olan bir reaksiyon olan büyüme faktörlerine yanıt olarak çoğalabilir.</a:t>
            </a:r>
          </a:p>
          <a:p>
            <a:pPr>
              <a:defRPr sz="1600">
                <a:solidFill>
                  <a:srgbClr val="000000"/>
                </a:solidFill>
              </a:defRPr>
            </a:pPr>
            <a:r>
              <a:t>Bazı dokular, nöronların ve kalp kası hücrelerinin çoğunluğu gibi terminal olarak farklılaşmış proliferatif olmayan hücrelerden oluşur. Bu dokuların yaralanması geri döndürülemez ve genellikle bir yara izi ile sonuçlanır, çünkü hücreler yenilenemez.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Hücre proliferasyonu, büyüme faktörleri tarafından sağlanan sinyaller ve hücre dışı matristen gelen sinyaller tarafından yönlendirilir. Bazıları birden fazla hücre tipine etki eden ve diğerleri hücre seçici olan birçok farklı büyüme faktörü tanımlanmıştır. Büyüme faktörleri tipik olarak hasar bölgesine yakın hücreler tarafından üretilir. Bu büyüme faktörlerinin en önemli kaynakları doku hasarı ile aktive olan makrofajlardır, ancak epitel ve stromal hücreler de bu faktörlerin bir kısmını üretir. Çeşitli büyüme faktörleri hücre dışı matriks (ECM) proteinlerine bağlanır ve doku hasarı bölgesinde yüksek konsantrasyonlarda görüntülenir. Tüm büyüme faktörleri, hücre bölünmesini uyaran sinyal yollarını aktive eder. Büyüme faktörlerine yanıt vermenin yanı sıra, hücreler ECM proteinlerine bağlanmak için integrinler kullanır; İntegrinlerden gelen sinyaller de hücre proliferasyonunu uyarabilir.</a:t>
            </a:r>
          </a:p>
          <a:p>
            <a:pPr>
              <a:defRPr sz="1600">
                <a:solidFill>
                  <a:srgbClr val="000000"/>
                </a:solidFill>
              </a:defRPr>
            </a:pPr>
            <a:r>
              <a:t>Rejenerasyon sürecinde, artık hücrelerin çoğalması, kök hücrelerden olgun hücrelerin geliştirilmesi ile desteklenir. Kök hücreler, embriyolarda tüm olgun hücre soylarına (totipotansiyel) yol açabilen kendi kendini yenileyen hücreler olarak keşfedildi ve embriyonal kök hücreler (ES hücreleri) olarak adlandırıldı. Kök hücreler daha sonra çoğu yetişkin dokuda bulunmuştur ve burada doku kök hücreleri olarak adlandırılırlar. ES hücrelerinin aksine, doku kök hücreleri daha sınırlı kendini yenileme kapasitesine sahiptir ve tipik olarak içinde bulundukları dokuya yol açarlar. Tüm kök hücreler, bir yavru hücrenin kök hücre olarak kaldığı (kendini yenilemeyi hesaba katar) ve diğer yavru hücrenin farklılaşmaya başladığı (kök hücrelerin olgun hücre tipleri üretme kapasitesini hesaba katar) bir mitoz olarak tanımlanan asimetrik hücre bölünmesine uğrama konusunda önemli bir yeteneğe sahiptir. Doku kök hücreleri özel nişlerde yaşar ve yaralanma, yaralı dokuyu yeniden çoğaltan olgun hücrelere çoğalmalarını ve farklılaşmalarını uyaran sinyalleri tetikler. Bu nedenle, özellikle yaralanmadan kurtulan farklılaşmış hücrelerin içsel proliferatif kapasitesi sınırlı olduğunda veya hiç olmadığında, yaralı dokuların yenilenmesine katkıda bulunabilirler.</a:t>
            </a:r>
          </a:p>
          <a:p>
            <a:pPr>
              <a:defRPr sz="1600">
                <a:solidFill>
                  <a:srgbClr val="000000"/>
                </a:solidFill>
              </a:defRPr>
            </a:pPr>
            <a:r>
              <a:t>Yaralı dokuların yerine konmasında rejenerasyonun önemi, farklı doku tiplerine ve yaralanmanın ciddiyetine göre değişir.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