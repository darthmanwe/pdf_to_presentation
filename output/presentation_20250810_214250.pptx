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Exploration of the mechanisms, patterns, and outcomes of inflammation.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Focus on acute and chronic inflammation, their mediators, and morphologic patterns.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Understanding the transition from inflammation to tissue repair.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Inflammation is a protective response involving host cells, blood vessels, and proteins.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Acute inflammation is characterized by rapid onset and short duration, involving fluid and plasma protein exudation.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Chronic inflammation is of longer duration and involves lymphocytes and macrophages, often leading to tissue destruction.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Histamine, a vasoactive amine, causes vasodilation and increased vascular permeability.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Arachidonic acid metabolites, such as prostaglandins and leukotrienes, play roles in vascular reactions and leukocyte chemotaxis.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Cytokines like TNF and IL-1 are crucial for leukocyte recruitment and migration.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Histamine is stored in mast cells and released in response to injury or immune reactions.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It binds to H1 receptors on endothelial cells, causing vasodilation and increased permeability.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Clinical correlation: Antihistamines block H1 receptors, reducing symptoms of allergic reactions.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Arachidonic acid is released from membrane phospholipids by phospholipase A2.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It is metabolized by cyclooxygenase to prostaglandins and by lipoxygenase to leukotrienes.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Prostaglandins mediate vasodilation and pain, while leukotrienes are involved in bronchoconstriction and chemotaxis.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Serous inflammation involves exudation of cell-poor fluid, as seen in blisters.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Fibrinous inflammation is characterized by fibrin deposition, often seen in pericarditis.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Purulent inflammation involves pus formation, typically due to bacterial infections.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Resolution involves restoration of normal tissue architecture and function.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Progression to chronic inflammation occurs if the acute response fails to eliminate the stimulus.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Scarring or fibrosis results from extensive tissue destruction and inadequate regeneration.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Non-steroidal anti-inflammatory drugs (NSAIDs) inhibit cyclooxygenase, reducing prostaglandin synthesis.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Corticosteroids suppress multiple inflammatory pathways, including cytokine production.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Biologic agents target specific cytokines, such as TNF inhibitors used in rheumatoid arthritis.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Inflammation is a complex response involving various mediators and cellular processes.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Acute inflammation is marked by rapid onset and is often resolved with minimal damage.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Chronic inflammation can lead to tissue destruction and fibrosis, necessitating targeted therapeutic interventions.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Pathology textbook, Chapter on Inflammation and Repair.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Figures 3.12 and 3.13 illustrating serous and fibrinous inflammation.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Recent studies on cytokine inhibitors in inflammatory diseases.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